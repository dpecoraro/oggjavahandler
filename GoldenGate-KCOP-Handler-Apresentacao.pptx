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GoldenGate KCOP Handler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Handler Java para o **Oracle GoldenGate (Java Adapter / javawriter)** que transforma operações CDC (INSERT/UPDATE/DELETE) em eventos **Avro** e publica em **Kafka**.</a:t>
            </a:r>
          </a:p>
          <a:p>
            <a:r>
              <a:t>Gerado em: 2026-01-12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fluxo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**Replicat** do GoldenGate executa o **Java Adapter** (`libggjava.so` + `ggjava.jar`).</a:t>
            </a:r>
          </a:p>
          <a:p>
            <a:pPr/>
            <a:r>
              <a:t>O Adapter instancia a classe `com.santander.goldengate.handler.KcopHandler` (este projeto).</a:t>
            </a:r>
          </a:p>
          <a:p>
            <a:pPr/>
            <a:r>
              <a:t>Para cada operação CDC, o handler:</a:t>
            </a:r>
          </a:p>
          <a:p>
            <a:pPr/>
            <a:r>
              <a:t>lê metadados de tabela/colunas via API do GoldenGate</a:t>
            </a:r>
          </a:p>
          <a:p>
            <a:pPr/>
            <a:r>
              <a:t>cria (ou reutiliza) um **Schema Avro** compatível</a:t>
            </a:r>
          </a:p>
          <a:p>
            <a:pPr/>
            <a:r>
              <a:t>monta um **envelope** com `beforeImage` / `afterImage` + campos de auditoria</a:t>
            </a:r>
          </a:p>
          <a:p>
            <a:pPr/>
            <a:r>
              <a:t>calcula uma **chave** (`String`) a partir das colunas-chave</a:t>
            </a:r>
          </a:p>
          <a:p>
            <a:pPr/>
            <a:r>
              <a:t>publica em um **tópico Kafka** usando `KafkaProducer` + `KafkaAvroSerializer`.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bibliotecas (com foco no GoldenGate)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GoldenGate Java API (`ggjava`)</a:t>
            </a:r>
          </a:p>
          <a:p>
            <a:pPr/>
            <a:r>
              <a:t>Dependência definida no [pom.xml](pom.xml) como `systemPath`:</a:t>
            </a:r>
          </a:p>
          <a:p>
            <a:pPr/>
            <a:r>
              <a:t>`com.oracle.goldengate:ggjava:${ogg.version}` (ex.: 21.9.0)</a:t>
            </a:r>
          </a:p>
          <a:p>
            <a:pPr/>
            <a:r>
              <a:t>É a API que fornece:</a:t>
            </a:r>
          </a:p>
          <a:p>
            <a:pPr/>
            <a:r>
              <a:t>`oracle.goldengate.datasource.AbstractHandler`: classe base do handler.</a:t>
            </a:r>
          </a:p>
          <a:p>
            <a:pPr/>
            <a:r>
              <a:t>`oracle.goldengate.datasource.DsEvent`, `DsTransaction`, `DsOperation`: eventos, transações e operações CDC.</a:t>
            </a:r>
          </a:p>
          <a:p>
            <a:pPr/>
            <a:r>
              <a:t>`oracle.goldengate.datasource.meta.DsMetaData`, `TableMetaData`, `ColumnMetaData`: metadados das tabelas/colunas (inclui flags como `isKeyCol()`).</a:t>
            </a:r>
          </a:p>
          <a:p>
            <a:pPr/>
            <a:r>
              <a:t>**Pontos importantes do ciclo de vida:**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código (classes relevantes)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`KcopHandler`</a:t>
            </a:r>
          </a:p>
          <a:p>
            <a:pPr/>
            <a:r>
              <a:t>Arquivo: [src/main/java/com/santander/goldengate/handler/KcopHandler.java](src/main/java/com/santander/goldengate/handler/KcopHandler.java)</a:t>
            </a:r>
          </a:p>
          <a:p>
            <a:pPr/>
            <a:r>
              <a:t>Responsabilidades principais:</a:t>
            </a:r>
          </a:p>
          <a:p>
            <a:pPr/>
            <a:r>
              <a:t>**Integração GoldenGate:** herda `AbstractHandler` e implementa `init(...)` e `operationAdded(...)`.</a:t>
            </a:r>
          </a:p>
          <a:p>
            <a:pPr/>
            <a:r>
              <a:t>**Leitura de dados CDC:** percorre `DsRecord`/`DsColumn` e monta mapas `beforeImage` e `afterImage`.</a:t>
            </a:r>
          </a:p>
          <a:p>
            <a:pPr/>
            <a:r>
              <a:t>**Schema Avro:** pede ao `AvroSchemaManager` um schema por tabela e usa `SchemaTypeConverter` para ajustes.</a:t>
            </a:r>
          </a:p>
          <a:p>
            <a:pPr/>
            <a:r>
              <a:t>**Envelope CDC:** cria `GenericRecord` com:</a:t>
            </a:r>
          </a:p>
          <a:p>
            <a:pPr/>
            <a:r>
              <a:t>`beforeImage` (record ou `null`)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Configuração (GoldenGate)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Replicat (`replicat.prm`)</a:t>
            </a:r>
          </a:p>
          <a:p>
            <a:pPr/>
            <a:r>
              <a:t>Exemplo no arquivo [replicat.prm](replicat.prm):</a:t>
            </a:r>
          </a:p>
          <a:p>
            <a:pPr/>
            <a:r>
              <a:t>carrega o Java Adapter:</a:t>
            </a:r>
          </a:p>
          <a:p>
            <a:pPr/>
            <a:r>
              <a:t>`TARGETDB LIBFILE libggjava.so SET property=.../custom.properties`</a:t>
            </a:r>
          </a:p>
          <a:p>
            <a:pPr/>
            <a:r>
              <a:t>define `javawriter.bootoptions` com classpath incluindo:</a:t>
            </a:r>
          </a:p>
          <a:p>
            <a:pPr/>
            <a:r>
              <a:t>`ggjava.jar`</a:t>
            </a:r>
          </a:p>
          <a:p>
            <a:pPr/>
            <a:r>
              <a:t>o JAR gerado por este projeto (`KcopHandler01.jar` ou `...-jar-with-dependencies.jar`)</a:t>
            </a:r>
          </a:p>
          <a:p>
            <a:pPr/>
            <a:r>
              <a:t>dependências do Kafka (no exemplo, via pasta `.../dependencies/kafka_3.7.2/*`)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Requer Java 11.</a:t>
            </a:r>
          </a:p>
          <a:p>
            <a:pPr/>
            <a:r>
              <a:t>Requer que `ggjava.jar` e `ggdbutil-*.jar` existam no caminho configurado por `ogg.home` do [pom.xml](pom.xml).</a:t>
            </a:r>
          </a:p>
          <a:p>
            <a:pPr/>
            <a:r>
              <a:t>Comandos:</a:t>
            </a:r>
          </a:p>
          <a:p>
            <a:pPr/>
            <a:r>
              <a:t>mvn -q clean package</a:t>
            </a:r>
          </a:p>
          <a:p>
            <a:pPr/>
            <a:r>
              <a:t>O build gera um JAR “fat” (com dependências) via `maven-assembly-plugin`.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mvn -q test</a:t>
            </a:r>
          </a:p>
          <a:p>
            <a:pPr/>
            <a:r>
              <a:t>Testes existentes:</a:t>
            </a:r>
          </a:p>
          <a:p>
            <a:pPr/>
            <a:r>
              <a:t>[src/test/java/com/santander/goldengate/handler/AvroSchemaManagerTest.java](src/test/java/com/santander/goldengate/handler/AvroSchemaManagerTest.java)</a:t>
            </a:r>
          </a:p>
          <a:p>
            <a:pPr/>
            <a:r>
              <a:t>[src/test/java/com/santander/goldengate/handler/KcopHandlerTest.java](src/test/java/com/santander/goldengate/handler/KcopHandlerTest.java)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Observações operacionais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**Schema Registry:** o handler tenta garantir `schema.registry.url` (usando fallbacks `value.converter.schema.registry.url` / `key.converter.schema.registry.url`).</a:t>
            </a:r>
          </a:p>
          <a:p>
            <a:pPr/>
            <a:r>
              <a:t>**Key do Kafka:** hoje o producer usa **key String** (não Avro). Existe um “schema de key” construído, mas ele é usado para definir regras de padding/tipos e não é enviado como Avro.</a:t>
            </a:r>
          </a:p>
          <a:p>
            <a:pPr/>
            <a:r>
              <a:t>**Tópico:** é resolvido por template (`topicMappingTemplate`) via `resolveTopic(...)`.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GoldenGate: ciclo de vida do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init(DsConfiguration, DsMetaData): inicializa handler e dependências</a:t>
            </a:r>
          </a:p>
          <a:p>
            <a:pPr/>
            <a:r>
              <a:t>operationAdded(DsEvent, DsTransaction, DsOperation): recebe CDC por operação</a:t>
            </a:r>
          </a:p>
          <a:p>
            <a:pPr/>
            <a:r>
              <a:t>transactionCommit(...): commit transacional (se aplicável)</a:t>
            </a:r>
          </a:p>
          <a:p>
            <a:pPr/>
            <a:r>
              <a:t>destroy(): encerra recursos (ex.: producer Kafka)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